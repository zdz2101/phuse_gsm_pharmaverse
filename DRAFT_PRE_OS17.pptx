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46497-AA66-1FC4-FA55-B6B6910473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B1BCB-6D8A-32D9-C19E-F15BB7226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51ADB-D9BF-7DA8-DBA8-38130BD8E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4F6BA-7B84-EBE7-F827-93DEA1F3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8F98-015E-A276-5E28-6CD99236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9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C378-BFCC-B3CC-86E0-C1D0265E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58FA-E488-26A6-F496-858578AD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4AE23-E2FA-3094-5B35-FD56C3D2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6AE74-6C1D-2CA1-492B-5989EB8B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CF0D9-B5C2-1060-0BFC-946521A8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4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9A52-650C-6181-BA7C-A6874EEA1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85E2B-68AF-9C6F-5F60-9A7511341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C9ED3-278B-161E-0A0B-2E257E60C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ECEEF-CCF7-9DB4-4F6D-C7DCF0F64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26479-AE9D-F834-15AE-9B7820AB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8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4E60B-0BB9-DC01-BAB5-3DB69C9B2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34DF5-7341-A5AC-7D60-5E8FF1593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D5EF3-037A-A481-BA81-F8FAC6B89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2246D-2D97-FBC5-6338-9867CD5D4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2107A-D95D-36BB-1F0B-623DC438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9AC58-29F9-038C-C146-99027C517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2202-AF7F-0703-2D50-10373131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47FC3-1EFD-D675-5E3F-6D9815E7A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BF3F9-1E40-24C0-5364-FFBB807DF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6CE40-3F58-27D2-F320-2A36E615A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E98AAC-12B0-DF26-3082-3F006F5F4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2B58A1-931A-5B9A-440C-2E1A3B971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2FF33-9535-EC2F-5C60-43BCEE31B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07A75D-6039-7EA2-5F0D-0B69E109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8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E611-FC16-F556-678F-694622089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A3595-0605-1EA5-9D64-08F60FB8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E2E5C-128B-1369-4DB7-F636CEA80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88D0E-9BC4-1E31-A3D9-EBF77DDE2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6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3D8691-34A1-8010-136E-F5AB4B01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C09CC-8E01-9161-5133-9729BBB8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151EB-95B6-B911-CE21-C4808EEF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E7BE-FFE5-034A-28AE-2CF99E180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2F975-31C1-07C8-78FE-4B79094A8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6F9E1-0610-4959-7EFA-62E76B9B0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AD878-6967-9758-3B61-CA03B9AA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DDFF1-CB4C-2436-53DF-EB7F1DB9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BA56A-D535-585F-78CF-98A36385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0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0108-F13D-F2E3-7E5B-0FD06744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327BE-FD40-3E3B-3467-4394E7AE0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2E341-F11E-6DA6-284A-506D3109E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F5B60-741C-4EBD-E43C-027BF273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A36AB-25D3-3240-2B4C-DD512498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10C8E-D470-BA89-A28F-F66B1123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2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6634-8B5A-0211-A407-0FDF495A3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12269-D78D-BF25-DCD2-60834ED6D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685D-AF92-509E-5FFE-7CD2C05D7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BE8E3-48A1-8EAB-25B5-19024033F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299A9-280E-FDF0-F8EF-0EC39290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0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5E7BDC-F954-356D-407D-E5F49E410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1EEA4-E8EE-9D06-180D-95A4FF4B7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1F36-664C-791C-D716-BD633596F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F5823-1A1F-C0A8-4113-979340041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D42D0-7B5F-800A-016E-7B4C27A3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80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FFF76-1281-6479-B9FC-FDEC80C6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CDA82-3443-4D4E-A343-99F9183E8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2461D-4F39-CD02-4BDC-2A8FDCC02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90301-B90D-45F0-AA46-8DBDD6DF3B7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89783-89A5-9947-5205-6533D82D6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225D4-6F9A-A342-2796-FAA45E70B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5A32B-0472-4EDD-BA77-38A3B5B7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5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lead-biostats.github.io/workr/slides/#/title-slid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78E2-150D-B631-7936-091FD5073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54918"/>
            <a:ext cx="9144000" cy="1198563"/>
          </a:xfrm>
        </p:spPr>
        <p:txBody>
          <a:bodyPr>
            <a:noAutofit/>
          </a:bodyPr>
          <a:lstStyle/>
          <a:p>
            <a:r>
              <a:rPr lang="en-US" sz="3200" dirty="0"/>
              <a:t>Harmonizing </a:t>
            </a:r>
            <a:r>
              <a:rPr lang="en-US" sz="3200" dirty="0" err="1"/>
              <a:t>gsm</a:t>
            </a:r>
            <a:r>
              <a:rPr lang="en-US" sz="3200" dirty="0"/>
              <a:t> and the </a:t>
            </a:r>
            <a:r>
              <a:rPr lang="en-US" sz="3200" dirty="0" err="1"/>
              <a:t>Pharmaverse</a:t>
            </a:r>
            <a:r>
              <a:rPr lang="en-US" sz="3200" dirty="0"/>
              <a:t>: Orchestrating SDTM, </a:t>
            </a:r>
            <a:r>
              <a:rPr lang="en-US" sz="3200" dirty="0" err="1"/>
              <a:t>ADaM</a:t>
            </a:r>
            <a:r>
              <a:rPr lang="en-US" sz="3200" dirty="0"/>
              <a:t>, TFLs, and ARS in a Unified R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4C33B8-35F9-EE8F-79ED-FCE5CCED0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87638"/>
            <a:ext cx="9144000" cy="1655762"/>
          </a:xfrm>
        </p:spPr>
        <p:txBody>
          <a:bodyPr/>
          <a:lstStyle/>
          <a:p>
            <a:r>
              <a:rPr lang="en-US" dirty="0"/>
              <a:t>Zelos Zhu, Jeremy Wildfire</a:t>
            </a:r>
          </a:p>
          <a:p>
            <a:endParaRPr lang="en-US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B6BB9F4E-E262-E29E-7FE3-51E289398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421" y="3081866"/>
            <a:ext cx="3595158" cy="3595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A29FFD-B7E6-88DB-AF8A-7EFE24F5D512}"/>
              </a:ext>
            </a:extLst>
          </p:cNvPr>
          <p:cNvSpPr txBox="1"/>
          <p:nvPr/>
        </p:nvSpPr>
        <p:spPr>
          <a:xfrm>
            <a:off x="11590868" y="6428053"/>
            <a:ext cx="88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15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Harmonizing gsm and the Pharmaverse: Orchestrating SDTM, ADaM, TFLs, and ARS in a Unified R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Zelos Zhu</dc:creator>
  <cp:lastModifiedBy>Zelos Zhu</cp:lastModifiedBy>
  <cp:revision>1</cp:revision>
  <dcterms:created xsi:type="dcterms:W3CDTF">2026-02-13T20:06:55Z</dcterms:created>
  <dcterms:modified xsi:type="dcterms:W3CDTF">2026-02-13T20:09:16Z</dcterms:modified>
</cp:coreProperties>
</file>